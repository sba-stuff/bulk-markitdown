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0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96"/>
    <a:srgbClr val="007033"/>
    <a:srgbClr val="990099"/>
    <a:srgbClr val="CC0099"/>
    <a:srgbClr val="FE9202"/>
    <a:srgbClr val="6C1A00"/>
    <a:srgbClr val="00AACC"/>
    <a:srgbClr val="5EEC3C"/>
    <a:srgbClr val="1D3A00"/>
    <a:srgbClr val="E39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858" y="-2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1670" y="1502815"/>
            <a:ext cx="6398640" cy="137434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rgbClr val="003296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670" y="3029865"/>
            <a:ext cx="6398640" cy="610820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730" y="433880"/>
            <a:ext cx="8246070" cy="1042857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rgbClr val="00329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502815"/>
            <a:ext cx="8246070" cy="3359508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687"/>
            <a:ext cx="6252670" cy="76352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329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7213"/>
            <a:ext cx="6252670" cy="3511061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441020"/>
            <a:ext cx="8076896" cy="106893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rgbClr val="00329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808224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280621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808224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280621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26462"/>
            <a:ext cx="6398640" cy="1374345"/>
          </a:xfrm>
        </p:spPr>
        <p:txBody>
          <a:bodyPr>
            <a:normAutofit/>
          </a:bodyPr>
          <a:lstStyle/>
          <a:p>
            <a:r>
              <a:rPr lang="en-US" dirty="0"/>
              <a:t>Cyber Security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28" y="2724455"/>
            <a:ext cx="6398640" cy="610820"/>
          </a:xfrm>
        </p:spPr>
        <p:txBody>
          <a:bodyPr/>
          <a:lstStyle/>
          <a:p>
            <a:r>
              <a:rPr lang="en-US" dirty="0"/>
              <a:t>Introduction and General Overview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Cyber 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5" y="1655520"/>
            <a:ext cx="8246070" cy="3359508"/>
          </a:xfrm>
        </p:spPr>
        <p:txBody>
          <a:bodyPr/>
          <a:lstStyle/>
          <a:p>
            <a:r>
              <a:rPr lang="en-US" dirty="0"/>
              <a:t>Cyber security is the practice of protecting systems, networks, and data from digital attacks</a:t>
            </a:r>
          </a:p>
          <a:p>
            <a:r>
              <a:rPr lang="en-US" dirty="0"/>
              <a:t>These attacks often aim to access, change, or destroy sensitive information</a:t>
            </a:r>
          </a:p>
          <a:p>
            <a:r>
              <a:rPr lang="en-US" dirty="0"/>
              <a:t>Cyber security helps ensure confidentiality, integrity, and availability of data.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is Cyber Security Important?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Protects personal and organizational data</a:t>
            </a:r>
          </a:p>
          <a:p>
            <a:r>
              <a:rPr lang="en-US" dirty="0"/>
              <a:t>Prevents financial loss and fraud</a:t>
            </a:r>
          </a:p>
          <a:p>
            <a:r>
              <a:rPr lang="en-US" dirty="0"/>
              <a:t>Maintains trust with customers and partners</a:t>
            </a:r>
          </a:p>
          <a:p>
            <a:r>
              <a:rPr lang="en-US" dirty="0"/>
              <a:t>Ensures business continuity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Cyber Threats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Phishing and social engineering attacks</a:t>
            </a:r>
          </a:p>
          <a:p>
            <a:r>
              <a:rPr lang="en-US" dirty="0"/>
              <a:t>Malware (viruses, ransomware, spyware)</a:t>
            </a:r>
          </a:p>
          <a:p>
            <a:r>
              <a:rPr lang="en-US" dirty="0"/>
              <a:t>Password attacks</a:t>
            </a:r>
          </a:p>
          <a:p>
            <a:r>
              <a:rPr lang="en-US" dirty="0"/>
              <a:t>Unsecured Wi-Fi and devices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090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Phishing Attacks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Fake emails or messages that appear to be from trusted sources</a:t>
            </a:r>
          </a:p>
          <a:p>
            <a:r>
              <a:rPr lang="en-US" dirty="0"/>
              <a:t>Designed to steal passwords, personal data, or money</a:t>
            </a:r>
          </a:p>
          <a:p>
            <a:r>
              <a:rPr lang="en-US" dirty="0"/>
              <a:t>Often create urgency or fear</a:t>
            </a:r>
          </a:p>
          <a:p>
            <a:r>
              <a:rPr lang="en-US" dirty="0"/>
              <a:t>Always verify links and senders before clicking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49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Malware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Malicious software designed to harm or exploit devices</a:t>
            </a:r>
          </a:p>
          <a:p>
            <a:r>
              <a:rPr lang="en-US" dirty="0"/>
              <a:t>Includes viruses, ransomware, and spyware</a:t>
            </a:r>
          </a:p>
          <a:p>
            <a:r>
              <a:rPr lang="en-US" dirty="0"/>
              <a:t>Can spread through email attachments, downloads, or USB devices</a:t>
            </a:r>
          </a:p>
          <a:p>
            <a:r>
              <a:rPr lang="en-US" dirty="0"/>
              <a:t>Keep systems and antivirus software updated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606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Password Security Best Practices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strong, unique passwords</a:t>
            </a:r>
          </a:p>
          <a:p>
            <a:r>
              <a:rPr lang="en-US" dirty="0"/>
              <a:t>Avoid sharing passwords</a:t>
            </a:r>
          </a:p>
          <a:p>
            <a:r>
              <a:rPr lang="en-US" dirty="0"/>
              <a:t>Enable multi-factor authentication (MFA)</a:t>
            </a:r>
          </a:p>
          <a:p>
            <a:r>
              <a:rPr lang="en-US" dirty="0"/>
              <a:t>Do not reuse work passwords on personal sites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479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Safe Internet and Email Usage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 not click suspicious links or attachments</a:t>
            </a:r>
          </a:p>
          <a:p>
            <a:r>
              <a:rPr lang="en-US" dirty="0"/>
              <a:t>Be cautious when sharing personal or company information</a:t>
            </a:r>
          </a:p>
          <a:p>
            <a:r>
              <a:rPr lang="en-US" dirty="0"/>
              <a:t>Log out of systems when not in use</a:t>
            </a:r>
          </a:p>
          <a:p>
            <a:r>
              <a:rPr lang="en-US" dirty="0"/>
              <a:t>Report suspicious activity immediately</a:t>
            </a:r>
          </a:p>
        </p:txBody>
      </p:sp>
    </p:spTree>
    <p:extLst>
      <p:ext uri="{BB962C8B-B14F-4D97-AF65-F5344CB8AC3E}">
        <p14:creationId xmlns:p14="http://schemas.microsoft.com/office/powerpoint/2010/main" val="3999319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Role in Cyber Security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Cyber security is everyone’s responsibility</a:t>
            </a:r>
          </a:p>
          <a:p>
            <a:r>
              <a:rPr lang="en-US" dirty="0"/>
              <a:t>Human error is a major cause of security incidents</a:t>
            </a:r>
          </a:p>
          <a:p>
            <a:r>
              <a:rPr lang="en-US" dirty="0"/>
              <a:t>Following policies and best practices reduces risk</a:t>
            </a:r>
          </a:p>
          <a:p>
            <a:r>
              <a:rPr lang="en-US" dirty="0"/>
              <a:t>When in doubt, ask or report</a:t>
            </a:r>
          </a:p>
        </p:txBody>
      </p:sp>
    </p:spTree>
    <p:extLst>
      <p:ext uri="{BB962C8B-B14F-4D97-AF65-F5344CB8AC3E}">
        <p14:creationId xmlns:p14="http://schemas.microsoft.com/office/powerpoint/2010/main" val="4088278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Takeaways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Cyber threats are real and constantly evolving</a:t>
            </a:r>
          </a:p>
          <a:p>
            <a:r>
              <a:rPr lang="en-US" dirty="0"/>
              <a:t>Awareness is the first line of defense</a:t>
            </a:r>
          </a:p>
          <a:p>
            <a:r>
              <a:rPr lang="en-US" dirty="0"/>
              <a:t>Think before you click.</a:t>
            </a:r>
          </a:p>
          <a:p>
            <a:r>
              <a:rPr lang="en-US" dirty="0"/>
              <a:t>Protecting information protects everyone.</a:t>
            </a:r>
          </a:p>
        </p:txBody>
      </p:sp>
    </p:spTree>
    <p:extLst>
      <p:ext uri="{BB962C8B-B14F-4D97-AF65-F5344CB8AC3E}">
        <p14:creationId xmlns:p14="http://schemas.microsoft.com/office/powerpoint/2010/main" val="506823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FAA2CD-ED39-4EC9-BA2A-6BCCCE0D8A3B}"/>
              </a:ext>
            </a:extLst>
          </p:cNvPr>
          <p:cNvSpPr txBox="1">
            <a:spLocks/>
          </p:cNvSpPr>
          <p:nvPr/>
        </p:nvSpPr>
        <p:spPr>
          <a:xfrm>
            <a:off x="907080" y="2571750"/>
            <a:ext cx="6252670" cy="76352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329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On-screen Show (16:9)</PresentationFormat>
  <Paragraphs>48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Cyber Security Awareness Training</vt:lpstr>
      <vt:lpstr>What is Cyber Security?</vt:lpstr>
      <vt:lpstr>Why is Cyber Security Important?</vt:lpstr>
      <vt:lpstr>Common Cyber Threats</vt:lpstr>
      <vt:lpstr>Phishing Attacks</vt:lpstr>
      <vt:lpstr>Malware</vt:lpstr>
      <vt:lpstr>Password Security Best Practices</vt:lpstr>
      <vt:lpstr>Safe Internet and Email Usage</vt:lpstr>
      <vt:lpstr>Your Role in Cyber Security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2017-08-01T15:40:51Z</dcterms:created>
  <dcterms:modified xsi:type="dcterms:W3CDTF">2025-12-16T08:08:43Z</dcterms:modified>
</cp:coreProperties>
</file>